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573c9a7c2343c4" /><Relationship Type="http://schemas.openxmlformats.org/officeDocument/2006/relationships/extended-properties" Target="/docProps/app.xml" Id="R2aab4ac5f4384da7" /><Relationship Type="http://schemas.openxmlformats.org/officeDocument/2006/relationships/officeDocument" Target="/ppt/presentation.xml" Id="R292809122e77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cc51e509340e6"/>
  </p:sldMasterIdLst>
  <p:notesMasterIdLst>
    <p:notesMasterId xmlns:r="http://schemas.openxmlformats.org/officeDocument/2006/relationships" r:id="R1e93dd8e563d4f37"/>
  </p:notesMasterIdLst>
  <p:sldIdLst>
    <p:sldId xmlns:r="http://schemas.openxmlformats.org/officeDocument/2006/relationships" id="256" r:id="Rdf61866fafd44451"/>
    <p:sldId xmlns:r="http://schemas.openxmlformats.org/officeDocument/2006/relationships" id="257" r:id="R33f67556d810455b"/>
    <p:sldId xmlns:r="http://schemas.openxmlformats.org/officeDocument/2006/relationships" id="258" r:id="R66f680c034d24820"/>
    <p:sldId xmlns:r="http://schemas.openxmlformats.org/officeDocument/2006/relationships" id="259" r:id="R9f8eabde5d8341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165a1ab60a4f5b" /><Relationship Type="http://schemas.openxmlformats.org/officeDocument/2006/relationships/slideMaster" Target="/ppt/slideMasters/slideMaster1.xml" Id="R4d9cc51e509340e6" /><Relationship Type="http://schemas.openxmlformats.org/officeDocument/2006/relationships/notesMaster" Target="/ppt/notesMasters/notesMaster1.xml" Id="R1e93dd8e563d4f37" /><Relationship Type="http://schemas.openxmlformats.org/officeDocument/2006/relationships/presProps" Target="/ppt/presProps.xml" Id="Rd62976155794422f" /><Relationship Type="http://schemas.openxmlformats.org/officeDocument/2006/relationships/tableStyles" Target="/ppt/tableStyles.xml" Id="R56babfecb5464ab1" /><Relationship Type="http://schemas.openxmlformats.org/officeDocument/2006/relationships/slide" Target="/ppt/slides/slide1.xml" Id="Rdf61866fafd44451" /><Relationship Type="http://schemas.openxmlformats.org/officeDocument/2006/relationships/slide" Target="/ppt/slides/slide2.xml" Id="R33f67556d810455b" /><Relationship Type="http://schemas.openxmlformats.org/officeDocument/2006/relationships/slide" Target="/ppt/slides/slide3.xml" Id="R66f680c034d24820" /><Relationship Type="http://schemas.openxmlformats.org/officeDocument/2006/relationships/slide" Target="/ppt/slides/slide4.xml" Id="R9f8eabde5d8341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5209ebd1cd42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7842f664b4a95" /><Relationship Type="http://schemas.openxmlformats.org/officeDocument/2006/relationships/notesMaster" Target="/ppt/notesMasters/notesMaster1.xml" Id="R7faed03e2ec7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605a6207d049a1" /><Relationship Type="http://schemas.openxmlformats.org/officeDocument/2006/relationships/notesMaster" Target="/ppt/notesMasters/notesMaster1.xml" Id="R400f0576d92e40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94b91a210244fa" /><Relationship Type="http://schemas.openxmlformats.org/officeDocument/2006/relationships/notesMaster" Target="/ppt/notesMasters/notesMaster1.xml" Id="R30d61c5883364b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25a0899ad44e54" /><Relationship Type="http://schemas.openxmlformats.org/officeDocument/2006/relationships/notesMaster" Target="/ppt/notesMasters/notesMaster1.xml" Id="R0340e809822b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模板参考页。视觉来源为用户提供的自然风教育科技图片，用于以后自然教育和探究式教学汇报复用。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模板参考页。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模板参考页。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模板参考页。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3d38f233f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f5db9049954954" /><Relationship Type="http://schemas.openxmlformats.org/officeDocument/2006/relationships/slideLayout" Target="/ppt/slideLayouts/slideLayout1.xml" Id="Ra81a2b7a763844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a2b7a763844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3f7b2675f4fbb" /><Relationship Type="http://schemas.openxmlformats.org/officeDocument/2006/relationships/image" Target="/ppt/media/image.png" Id="R25838fd9e38442e0" /><Relationship Type="http://schemas.openxmlformats.org/officeDocument/2006/relationships/notesSlide" Target="/ppt/notesSlides/notesSlide1.xml" Id="R281a46c95f6645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5a5ce3ce84a21" /><Relationship Type="http://schemas.openxmlformats.org/officeDocument/2006/relationships/notesSlide" Target="/ppt/notesSlides/notesSlide2.xml" Id="Rc59f0061c4a2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00f7bd4f34cd9" /><Relationship Type="http://schemas.openxmlformats.org/officeDocument/2006/relationships/notesSlide" Target="/ppt/notesSlides/notesSlide3.xml" Id="Rf018ff106219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851c7bd084f1d" /><Relationship Type="http://schemas.openxmlformats.org/officeDocument/2006/relationships/notesSlide" Target="/ppt/notesSlides/notesSlide4.xml" Id="R000aa790b4be4b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2CAB6-69AF-461D-802D-692669E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34A74-253C-472A-BD5A-33E15E3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74B43-50F6-440E-BD5E-60394227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561D4-CCAF-4E83-B0F6-EE6CB4A3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38fd9e38442e0"/>
          <a:srcRect xmlns:a="http://schemas.openxmlformats.org/drawingml/2006/main" l="17279" t="0" r="172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666750"/>
            <a:ext cx="4762500" cy="4095750"/>
          </a:xfrm>
          <a:prstGeom xmlns:a="http://schemas.openxmlformats.org/drawingml/2006/main" prst="roundRect">
            <a:avLst>
              <a:gd name="adj" fmla="val 511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5F057-9364-4A40-934F-8F736A41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81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自然探究教育汇报模板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B6B57-5C7C-483A-9507-E0968A79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适用于自然教育、探究式教学、AI 助教与课程项目汇报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6A9CB-B20A-476D-B12A-E943FD5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清爽专业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27E21-9FBD-4DB6-ADE2-74543EF3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自然风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1276A-E5D0-4552-AB66-BD7C29CB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BF4"/>
          </a:solidFill>
          <a:ln xmlns:a="http://schemas.openxmlformats.org/drawingml/2006/main" w="9525">
            <a:solidFill>
              <a:srgbClr val="BEEFE3"/>
            </a:solidFill>
            <a:prstDash val="solid"/>
          </a:ln>
        </p:spPr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教育科技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F4BC9-3DDF-4D36-BA7A-58AD7B91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2BB04-48A1-4647-8F67-C024F158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14717-754E-49BA-BF12-15F3639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14147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70128-0EE0-4CD4-9D58-42EBF99D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5EBB7-2054-45DD-BE64-B246405E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34B69-9A5A-413C-8A02-5243EDEC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80862-098E-4D35-A9BD-C3164348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13C58-4B7B-4211-808D-46A15FAE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CHAPTER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F5C7D-F6F5-42E3-8395-30457584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909FC-41C5-4B8B-B916-E1230474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章节页版式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60111-3D08-4921-8D2B-5991C5B6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大号页码、浅色留白、青绿色强调线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A425-6E6D-4814-8A47-0BF1AAAC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BDF1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1">
                <a:solidFill>
                  <a:srgbClr val="BDF1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A942A-9184-4336-AECC-83CC5623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374A"/>
                </a:solidFill>
                <a:latin typeface="Microsoft YaHei"/>
                <a:ea typeface="Microsoft YaHei"/>
                <a:cs typeface="Microsoft YaHei"/>
              </a:rPr>
              <a:t>项目背景与目标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914D0-F570-4E73-AA8F-FC71D748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861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用于每个大章节开场，保持画面轻盈，突出主题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D6026-F04D-49C3-86DD-E04A068A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2447F-2B37-438B-86BC-FEC76FA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1626D-7214-4538-98F0-6279F038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1672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C13323-6B43-48C6-AF1F-2AAA38A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2DEFB-0ACD-4991-9AB6-440D695C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8FD6E-49DF-4ABA-9A25-94F6A3DA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6AD41-E2F7-4227-93BC-98102745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1AA3-3C49-48DF-9C4B-03AD9635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72C9B-0154-4269-B82C-7463C838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8794E-804D-4ECB-843B-5D8C6CB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内容页版式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90D2D-B996-43A3-945D-7A359318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左侧观点，右侧四个证据块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7A3FA-4B1E-409D-A2EF-32454324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429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B2B23-4056-4896-AB93-90D41EB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99D18-7AF5-43D0-9DC7-7B19A063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页面主论点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92F44-8904-4845-B1F8-4250E997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2762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用较短文字说明本页要表达的核心判断，适合项目概述、问题背景和价值说明。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678C5-CEAA-49EB-BC84-51B6125C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FC769-D11E-4369-8986-0F832CB1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93FF-9894-49E0-9881-C21303E4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489FD-D6EF-4BC6-B526-69965F0B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证据一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90A27-1E95-4276-883C-264F676B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一到两句话说明具体能力。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5D058-E30E-417C-B708-461EF64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B0673-784D-4ABB-AC76-23137F1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47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CA9DE-A788-47F4-8418-326133B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0DF54-3723-4886-AF04-C35AB2BD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证据二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C52FF-0FBF-4BAD-AAF5-BD160A1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一到两句话说明具体能力。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FE1D6-CD2C-44C5-A4C5-9DCD7FE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94B0B-42FF-4619-BDA2-325EED5E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070C6-0C4B-4F77-9CC4-59448873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433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98637-93A7-4A89-8CEB-CD51E588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证据三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A66A1-4EAB-4D17-B28A-F2714A7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95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一到两句话说明具体能力。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93B96-F8DF-4313-9C36-91524E4F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8575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9C549-3F87-4279-B5BE-6B71008C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D950C2-E936-4CDC-B999-1790F506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F3DF04-F096-4E21-B17B-57B4D63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证据四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B84510-9117-4981-A134-259AC6E3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一到两句话说明具体能力。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B42922-11EC-446E-AF30-F2B06814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C69691-38D5-4E99-96BD-387A016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C9578D-1DBC-428C-A41D-7167804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7272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D65510-4DE7-4833-AB5E-42C70D3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7723C-1FD9-4927-8D3C-2CC8F6B2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A7C79-EBE4-42F5-A7BA-F474076D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7EF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B5FA6-2E38-4D43-820D-0D0E365C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86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8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319FC-661B-4EFA-B5A8-CF49354C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AI FOR INQUIRY TEACHING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04E06-DDF4-48A8-BC0B-DE3AA4D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E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CD2DF-3960-4F02-BFCD-DEF95C09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图解页版式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A5398-4029-456F-85DC-86B0B5B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适合系统架构、流程图和路线图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9E8D2-3BEC-4F69-B1BE-7CB2389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619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5E954-4262-4EA1-B26D-8C62673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F126D-7F0F-42A4-BA72-39CBF05D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7C080-A33F-4A79-B80B-CAD3E92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5746D-9635-4A36-AB25-ECFA59BF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资料与问题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3FA3B-1A43-4D2B-8CD7-6D626DE5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18F8F-5157-41DC-962A-6623A1D7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1619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1051D-AF63-4997-B01C-DC3AAAC8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6CC2A-B743-4DA6-9D70-C8AEDED9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1D187-65BF-4A9E-B0B0-EC14E6F7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编排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88C29-E8CA-4DD3-966A-329FCCF3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14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流程与专家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8C628-290B-4F52-B5C6-991D07E5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001DF-BB19-4FD1-8D0C-AEB24A0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1619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8FF67-780F-4341-B055-4E12A76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40417-A3D7-450B-9394-A2555B1B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B8B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0E614-0AA4-479A-B610-66A435BF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27DB0-74FE-40F2-AE75-07169B6B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草案与资源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74675-DCA7-41AD-84EC-F1C5BE06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B8B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3844E-E39D-4266-A620-A3BD45B1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619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1F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26850-BA45-45A8-B04A-2A9A29E5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DDC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A020A2-7F71-4B68-8224-E22D14F5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59C7F4-CE27-49E6-A040-DA4A8B80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B61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CE61A-7716-4502-B2CC-53CCE497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A76"/>
                </a:solidFill>
                <a:latin typeface="Microsoft YaHei"/>
                <a:ea typeface="Microsoft YaHei"/>
                <a:cs typeface="Microsoft YaHei"/>
              </a:rPr>
              <a:t>教师确认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F8421-945E-4975-A7E9-4412DB31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E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58DBA-D234-4522-9D1D-8E25B450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9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8792"/>
                </a:solidFill>
                <a:latin typeface="Microsoft YaHei"/>
                <a:ea typeface="Microsoft YaHei"/>
                <a:cs typeface="Microsoft YaHei"/>
              </a:rPr>
              <a:t>InquiryTeachingPythonService 项目汇报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B3CBE-4B53-4276-A4D8-BD806139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076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DB8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2743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2026-09-08T04:04:37.1160000Z</dcterms:created>
  <dcterms:modified xsi:type="dcterms:W3CDTF">2026-09-08T04:04:37.1160000Z</dcterms:modified>
</coreProperties>
</file>